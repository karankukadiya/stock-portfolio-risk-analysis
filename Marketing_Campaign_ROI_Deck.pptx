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Google Search</c:v>
                </c:pt>
                <c:pt idx="2">
                  <c:v>TikTok</c:v>
                </c:pt>
                <c:pt idx="3">
                  <c:v>Facebook</c:v>
                </c:pt>
                <c:pt idx="4">
                  <c:v>Instagram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510.8</c:v>
                </c:pt>
                <c:pt idx="1">
                  <c:v>15.8</c:v>
                </c:pt>
                <c:pt idx="2">
                  <c:v>11.75</c:v>
                </c:pt>
                <c:pt idx="3">
                  <c:v>8.9600000000000009</c:v>
                </c:pt>
                <c:pt idx="4">
                  <c:v>6.35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7E-4A1D-8A1E-993C9B9111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Google Search</c:v>
                </c:pt>
                <c:pt idx="2">
                  <c:v>TikTok</c:v>
                </c:pt>
                <c:pt idx="3">
                  <c:v>Facebook</c:v>
                </c:pt>
                <c:pt idx="4">
                  <c:v>Instagram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</c:v>
                </c:pt>
                <c:pt idx="1">
                  <c:v>3.43</c:v>
                </c:pt>
                <c:pt idx="2">
                  <c:v>4.6399999999999997</c:v>
                </c:pt>
                <c:pt idx="3">
                  <c:v>6.18</c:v>
                </c:pt>
                <c:pt idx="4">
                  <c:v>8.65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6C-4238-8F57-259D62874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97636</c:v>
                </c:pt>
                <c:pt idx="1">
                  <c:v>95412</c:v>
                </c:pt>
                <c:pt idx="2">
                  <c:v>112375</c:v>
                </c:pt>
                <c:pt idx="3">
                  <c:v>111396</c:v>
                </c:pt>
                <c:pt idx="4">
                  <c:v>119224</c:v>
                </c:pt>
                <c:pt idx="5">
                  <c:v>126722</c:v>
                </c:pt>
                <c:pt idx="6">
                  <c:v>130416</c:v>
                </c:pt>
                <c:pt idx="7">
                  <c:v>123651</c:v>
                </c:pt>
                <c:pt idx="8">
                  <c:v>133119</c:v>
                </c:pt>
                <c:pt idx="9">
                  <c:v>131411</c:v>
                </c:pt>
                <c:pt idx="10">
                  <c:v>148460</c:v>
                </c:pt>
                <c:pt idx="11">
                  <c:v>151924</c:v>
                </c:pt>
                <c:pt idx="12">
                  <c:v>137160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9D-4786-8A71-D57CDC9FE8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 %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4.1100000000000003</c:v>
                </c:pt>
                <c:pt idx="1">
                  <c:v>4.2</c:v>
                </c:pt>
                <c:pt idx="2">
                  <c:v>4.28</c:v>
                </c:pt>
                <c:pt idx="3">
                  <c:v>4.37</c:v>
                </c:pt>
                <c:pt idx="4">
                  <c:v>4.2300000000000004</c:v>
                </c:pt>
                <c:pt idx="5">
                  <c:v>4.67</c:v>
                </c:pt>
                <c:pt idx="6">
                  <c:v>3.95</c:v>
                </c:pt>
                <c:pt idx="7">
                  <c:v>3.83</c:v>
                </c:pt>
                <c:pt idx="8">
                  <c:v>3.58</c:v>
                </c:pt>
                <c:pt idx="9">
                  <c:v>3.66</c:v>
                </c:pt>
                <c:pt idx="10">
                  <c:v>3.9</c:v>
                </c:pt>
                <c:pt idx="11">
                  <c:v>3.59</c:v>
                </c:pt>
                <c:pt idx="12">
                  <c:v>3.55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3AF-429B-954E-292841F7E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02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 ROI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Results Across 5 Channels — Insights, Trends &amp; Budget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 ·  Google Search  ·  Instagram  ·  Email  ·  TikTok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(data cleaning &amp; statistics)   +   Tableau  (visualization)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$35.7K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234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$658.2K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3756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1234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371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1540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the most efficient channel by far (ROAS 510.8x) — but its original creative (A) beats the new one (B), the opposite pattern of every paid channel.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and TikTok all show a statistically significant win for the new creative (Variant B).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volume is up 56% week-over-week by the end of the test, while Google Search shows creative fatigue.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raw export: inconsistent naming, mixed date formats, missing values, duplicates.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channels, parse dates (ISO → MDY → DMY), dedupe, impute missing spend, drop impossible rows.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KPIs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conversion rate, CAC (spend / conversions), ROAS (revenue / spend).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significance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(prop.test), Variant A vs. B per channel, 95% confidence.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note: ~2% of rows carry dates outside Jan 1 – Mar 30, 2024, due to genuine DD/MM vs. MM/DD ambiguity when both values are ≤ 12 — a reminder to lock date format at the source.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Channel-Level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by channel (blended, both variants)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517620884"/>
              </p:ext>
            </p:extLst>
          </p:nvPr>
        </p:nvGraphicFramePr>
        <p:xfrm>
          <a:off x="548640" y="1417320"/>
          <a:ext cx="5394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Email's ROAS (510.8x) is charted separately from the log scale visual to keep the paid-channel comparison readable.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by channel ($, lower is better)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1408408141"/>
              </p:ext>
            </p:extLst>
          </p:nvPr>
        </p:nvGraphicFramePr>
        <p:xfrm>
          <a:off x="6217920" y="1417320"/>
          <a:ext cx="5394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 Results by Channel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on conversion rate, 95% confidence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Variant A CVR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Variant B CVR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Facebook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4.50%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5.15%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0.0114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Instagram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3.00%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3.89%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&lt;0.001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TikTok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2.45%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4.06%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&lt;0.001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Google Search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8.88%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8.52%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0.2226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B6670"/>
                          </a:solidFill>
                        </a:rPr>
                        <a:t>No significant difference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Email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11.76%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11.07%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0.0225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TikTok: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Variant B — significant lift, lower CAC, higher ROAS.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tie — re-test with fresh creative rather than declaring a winner.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Variant A — it significantly outperforms B here.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Trend: TikTok Is Scaling Fast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impressions, TikTok, weeks 1–13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8288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+56%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001000" y="2606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weekly impressions, week 1 → week 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338328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is scaling in volume and improving in efficiency at the same time — CAC on Variant B ($3.22) is well below Variant A ($8.34) even as spend grows. This combination makes TikTok the strongest candidate for incremental budget.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Trend: Google Search Creative Fatigue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click-through rate, Google Search, weeks 1–13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8288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00100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decline in CTR from first 3 weeks to last 3 weeks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338328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context matters for the A/B read on Google Search: the "no significant difference" result may reflect a channel where both variants are aging, not one where the creative choice doesn't matter. Refresh the creative and re-test.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out Variant 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Facebook, Instagram &amp; TikTok — statistically significant lift on all three.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481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Variant A on Email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creative significantly outperforms the new one here.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2801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1481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Re-test Google Search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92440" y="21031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tie + fatigue signal — refresh creative before choosing a winner.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355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budget to TikTok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Instagram, the weakest channel on CAC and ROAS.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154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7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355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date exports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34840" y="3977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ISO format (YYYY-MM-DD) at the source to remove parsing ambiguity.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ROI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Scenario: Reallocate $3,000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budget from Instagram (weakest CAC) into TikTok (strongest momentum)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2B356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FROM: Instagram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removed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9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-347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5156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given up (at $8.65 CAC)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3566160"/>
            <a:ext cx="914400" cy="548640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202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2B356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TO: TikTok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added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2E0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+647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62940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gained (at $4.64 CAC)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</a:t>
            </a: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+300 conversions and ~$16,000 in incremental revenue from the same $3,000 — directional only; test incrementally and re-measure, since marginal efficiency can shift with scale.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methodology, and dashboard available in the accompanying report and Tableau workbook.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810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Karan Kukadiya</cp:lastModifiedBy>
  <cp:revision>2</cp:revision>
  <dcterms:created xsi:type="dcterms:W3CDTF">2026-07-26T11:57:01Z</dcterms:created>
  <dcterms:modified xsi:type="dcterms:W3CDTF">2026-07-26T16:48:56Z</dcterms:modified>
</cp:coreProperties>
</file>